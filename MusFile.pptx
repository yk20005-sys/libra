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MusFile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Веб-платформа для обмена музыкой и подбора треков под </a:t>
            </a:r>
            <a:r>
              <a:rPr lang="ru-RU" dirty="0" err="1"/>
              <a:t>вайб</a:t>
            </a:r>
            <a:r>
              <a:rPr lang="ru-RU" dirty="0"/>
              <a:t>. Это не просто библиотека треков, а пространство, где музыка встречается с эмоциями.</a:t>
            </a:r>
          </a:p>
        </p:txBody>
      </p:sp>
    </p:spTree>
    <p:extLst>
      <p:ext uri="{BB962C8B-B14F-4D97-AF65-F5344CB8AC3E}">
        <p14:creationId xmlns:p14="http://schemas.microsoft.com/office/powerpoint/2010/main" val="1454010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и идея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Проблема:</a:t>
            </a:r>
            <a:r>
              <a:rPr lang="ru-RU" dirty="0"/>
              <a:t> В огромных </a:t>
            </a:r>
            <a:r>
              <a:rPr lang="ru-RU" dirty="0" err="1"/>
              <a:t>стримингах</a:t>
            </a:r>
            <a:r>
              <a:rPr lang="ru-RU" dirty="0"/>
              <a:t> сложно быстро найти музыку под конкретное минутное настроение (например, "</a:t>
            </a:r>
            <a:r>
              <a:rPr lang="ru-RU" dirty="0" err="1"/>
              <a:t>Dark</a:t>
            </a:r>
            <a:r>
              <a:rPr lang="ru-RU" dirty="0"/>
              <a:t>" или "</a:t>
            </a:r>
            <a:r>
              <a:rPr lang="ru-RU" dirty="0" err="1"/>
              <a:t>Focus</a:t>
            </a:r>
            <a:r>
              <a:rPr lang="ru-RU" dirty="0" smtClean="0"/>
              <a:t>").</a:t>
            </a:r>
          </a:p>
          <a:p>
            <a:r>
              <a:rPr lang="ru-RU" b="1" dirty="0"/>
              <a:t>Решение:</a:t>
            </a:r>
            <a:r>
              <a:rPr lang="ru-RU" dirty="0"/>
              <a:t> </a:t>
            </a:r>
            <a:r>
              <a:rPr lang="ru-RU" dirty="0" err="1"/>
              <a:t>MusFile</a:t>
            </a:r>
            <a:r>
              <a:rPr lang="ru-RU" dirty="0"/>
              <a:t> — </a:t>
            </a:r>
            <a:r>
              <a:rPr lang="ru-RU" dirty="0" err="1"/>
              <a:t>минималистичный</a:t>
            </a:r>
            <a:r>
              <a:rPr lang="ru-RU" dirty="0"/>
              <a:t> сервис, где </a:t>
            </a:r>
            <a:r>
              <a:rPr lang="ru-RU" dirty="0" smtClean="0"/>
              <a:t>люди сами могут наполнить категории своими находками.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89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Технологический стек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Сам код написан на </a:t>
            </a:r>
            <a:r>
              <a:rPr lang="en-US" dirty="0" smtClean="0"/>
              <a:t>Python </a:t>
            </a:r>
            <a:r>
              <a:rPr lang="ru-RU" dirty="0" smtClean="0"/>
              <a:t>с помощью библиотеки </a:t>
            </a:r>
            <a:r>
              <a:rPr lang="en-US" dirty="0" smtClean="0"/>
              <a:t>Flask. </a:t>
            </a:r>
          </a:p>
          <a:p>
            <a:r>
              <a:rPr lang="ru-RU" dirty="0" smtClean="0"/>
              <a:t>Дизайн приложения написан с помощью </a:t>
            </a:r>
            <a:r>
              <a:rPr lang="en-US" dirty="0" smtClean="0"/>
              <a:t>HTML</a:t>
            </a:r>
            <a:r>
              <a:rPr lang="ru-RU" dirty="0" smtClean="0"/>
              <a:t> и </a:t>
            </a:r>
            <a:r>
              <a:rPr lang="en-US" dirty="0" smtClean="0"/>
              <a:t>CSS.</a:t>
            </a:r>
          </a:p>
          <a:p>
            <a:r>
              <a:rPr lang="ru-RU" dirty="0" smtClean="0"/>
              <a:t>База данных – </a:t>
            </a:r>
            <a:r>
              <a:rPr lang="en-US" dirty="0" smtClean="0"/>
              <a:t> JSON </a:t>
            </a:r>
            <a:r>
              <a:rPr lang="ru-RU" dirty="0" smtClean="0"/>
              <a:t>файлы.</a:t>
            </a:r>
          </a:p>
          <a:p>
            <a:r>
              <a:rPr lang="ru-RU" dirty="0" smtClean="0"/>
              <a:t>Используется кодировка паролей с помощью библиотеки </a:t>
            </a:r>
            <a:r>
              <a:rPr lang="en-US" dirty="0" err="1" smtClean="0"/>
              <a:t>Werkzeug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620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Система пользователей:</a:t>
            </a:r>
            <a:r>
              <a:rPr lang="ru-RU" dirty="0"/>
              <a:t> </a:t>
            </a:r>
            <a:r>
              <a:rPr lang="ru-RU" dirty="0" smtClean="0"/>
              <a:t>Регистрация и </a:t>
            </a:r>
            <a:r>
              <a:rPr lang="ru-RU" dirty="0"/>
              <a:t>авторизация </a:t>
            </a:r>
            <a:r>
              <a:rPr lang="ru-RU" dirty="0" err="1" smtClean="0"/>
              <a:t>flask-login</a:t>
            </a:r>
            <a:r>
              <a:rPr lang="ru-RU" dirty="0"/>
              <a:t>.</a:t>
            </a:r>
          </a:p>
          <a:p>
            <a:r>
              <a:rPr lang="ru-RU" b="1" dirty="0" smtClean="0"/>
              <a:t>Хранение</a:t>
            </a:r>
            <a:r>
              <a:rPr lang="ru-RU" b="1" dirty="0"/>
              <a:t>: </a:t>
            </a:r>
            <a:r>
              <a:rPr lang="ru-RU" dirty="0"/>
              <a:t>Три ключевых модуля данных — </a:t>
            </a:r>
            <a:r>
              <a:rPr lang="ru-RU" dirty="0" err="1"/>
              <a:t>users.json</a:t>
            </a:r>
            <a:r>
              <a:rPr lang="ru-RU" dirty="0"/>
              <a:t> (профили), </a:t>
            </a:r>
            <a:r>
              <a:rPr lang="ru-RU" dirty="0" err="1"/>
              <a:t>tracks.json</a:t>
            </a:r>
            <a:r>
              <a:rPr lang="ru-RU" dirty="0"/>
              <a:t> (библиотека), </a:t>
            </a:r>
            <a:r>
              <a:rPr lang="ru-RU" dirty="0" err="1"/>
              <a:t>messages.json</a:t>
            </a:r>
            <a:r>
              <a:rPr lang="ru-RU" dirty="0"/>
              <a:t> (чат).</a:t>
            </a:r>
          </a:p>
        </p:txBody>
      </p:sp>
    </p:spTree>
    <p:extLst>
      <p:ext uri="{BB962C8B-B14F-4D97-AF65-F5344CB8AC3E}">
        <p14:creationId xmlns:p14="http://schemas.microsoft.com/office/powerpoint/2010/main" val="334388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 — Музыкальная база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Каждый </a:t>
            </a:r>
            <a:r>
              <a:rPr lang="ru-RU" dirty="0" err="1"/>
              <a:t>залогиненный</a:t>
            </a:r>
            <a:r>
              <a:rPr lang="ru-RU" dirty="0"/>
              <a:t> юзер может внести свой </a:t>
            </a:r>
            <a:r>
              <a:rPr lang="ru-RU" dirty="0" smtClean="0"/>
              <a:t>вклад.</a:t>
            </a:r>
          </a:p>
          <a:p>
            <a:r>
              <a:rPr lang="ru-RU" dirty="0" smtClean="0"/>
              <a:t>Сортировка по 6 настроениям (</a:t>
            </a:r>
            <a:r>
              <a:rPr lang="ru-RU" dirty="0" err="1" smtClean="0"/>
              <a:t>Chill</a:t>
            </a:r>
            <a:r>
              <a:rPr lang="ru-RU" dirty="0" smtClean="0"/>
              <a:t>, </a:t>
            </a:r>
            <a:r>
              <a:rPr lang="ru-RU" dirty="0" err="1" smtClean="0"/>
              <a:t>Energetic</a:t>
            </a:r>
            <a:r>
              <a:rPr lang="ru-RU" dirty="0" smtClean="0"/>
              <a:t>, </a:t>
            </a:r>
            <a:r>
              <a:rPr lang="ru-RU" dirty="0" err="1" smtClean="0"/>
              <a:t>Sad</a:t>
            </a:r>
            <a:r>
              <a:rPr lang="ru-RU" dirty="0" smtClean="0"/>
              <a:t>, </a:t>
            </a:r>
            <a:r>
              <a:rPr lang="ru-RU" dirty="0" err="1" smtClean="0"/>
              <a:t>Focus</a:t>
            </a:r>
            <a:r>
              <a:rPr lang="ru-RU" dirty="0" smtClean="0"/>
              <a:t>, </a:t>
            </a:r>
            <a:r>
              <a:rPr lang="ru-RU" dirty="0" err="1" smtClean="0"/>
              <a:t>Party</a:t>
            </a:r>
            <a:r>
              <a:rPr lang="ru-RU" dirty="0" smtClean="0"/>
              <a:t>, </a:t>
            </a:r>
            <a:r>
              <a:rPr lang="ru-RU" dirty="0" err="1" smtClean="0"/>
              <a:t>Dark</a:t>
            </a:r>
            <a:r>
              <a:rPr lang="ru-RU" dirty="0" smtClean="0"/>
              <a:t>).</a:t>
            </a:r>
            <a:endParaRPr lang="ru-RU" dirty="0"/>
          </a:p>
          <a:p>
            <a:r>
              <a:rPr lang="ru-RU" dirty="0" smtClean="0"/>
              <a:t>Поддержка </a:t>
            </a:r>
            <a:r>
              <a:rPr lang="ru-RU" dirty="0"/>
              <a:t>прямых ссылок на любые платформы.</a:t>
            </a:r>
          </a:p>
        </p:txBody>
      </p:sp>
    </p:spTree>
    <p:extLst>
      <p:ext uri="{BB962C8B-B14F-4D97-AF65-F5344CB8AC3E}">
        <p14:creationId xmlns:p14="http://schemas.microsoft.com/office/powerpoint/2010/main" val="52960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Социальные функции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Избранное:</a:t>
            </a:r>
            <a:r>
              <a:rPr lang="ru-RU" dirty="0"/>
              <a:t> Возможность сохранять треки в </a:t>
            </a:r>
            <a:r>
              <a:rPr lang="ru-RU" dirty="0" smtClean="0"/>
              <a:t>свой </a:t>
            </a:r>
            <a:r>
              <a:rPr lang="ru-RU" dirty="0" err="1" smtClean="0"/>
              <a:t>плейлист</a:t>
            </a:r>
            <a:r>
              <a:rPr lang="ru-RU" dirty="0" smtClean="0"/>
              <a:t>.</a:t>
            </a:r>
          </a:p>
          <a:p>
            <a:r>
              <a:rPr lang="ru-RU" b="1" dirty="0"/>
              <a:t>Живой чат:</a:t>
            </a:r>
            <a:r>
              <a:rPr lang="ru-RU" dirty="0"/>
              <a:t> Глобальный чат для обсуждения музыки в реальном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6373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Создана система, которая объединяет управление </a:t>
            </a:r>
            <a:r>
              <a:rPr lang="ru-RU" dirty="0" smtClean="0"/>
              <a:t>пользователями, музыкальный </a:t>
            </a:r>
            <a:r>
              <a:rPr lang="ru-RU" dirty="0" err="1" smtClean="0"/>
              <a:t>плейлист</a:t>
            </a:r>
            <a:r>
              <a:rPr lang="ru-RU" dirty="0" smtClean="0"/>
              <a:t> и живое общение</a:t>
            </a:r>
          </a:p>
          <a:p>
            <a:r>
              <a:rPr lang="ru-RU" dirty="0" smtClean="0"/>
              <a:t>Реализовано </a:t>
            </a:r>
            <a:r>
              <a:rPr lang="ru-RU" dirty="0"/>
              <a:t>защищенное хранение </a:t>
            </a:r>
            <a:r>
              <a:rPr lang="ru-RU" dirty="0" smtClean="0"/>
              <a:t>данных</a:t>
            </a:r>
          </a:p>
          <a:p>
            <a:endParaRPr lang="ru-RU" dirty="0"/>
          </a:p>
          <a:p>
            <a:r>
              <a:rPr lang="ru-RU" dirty="0" err="1"/>
              <a:t>MusFile</a:t>
            </a:r>
            <a:r>
              <a:rPr lang="ru-RU" dirty="0"/>
              <a:t> </a:t>
            </a:r>
            <a:r>
              <a:rPr lang="ru-RU" dirty="0" smtClean="0"/>
              <a:t>— </a:t>
            </a:r>
            <a:r>
              <a:rPr lang="ru-RU" dirty="0"/>
              <a:t>это готовое решение для создания музыкальных сообществ, объединяющее функциональность, стиль и удобство в одном </a:t>
            </a:r>
            <a:r>
              <a:rPr lang="ru-RU" dirty="0" smtClean="0"/>
              <a:t>веб-сайте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64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234</TotalTime>
  <Words>228</Words>
  <Application>Microsoft Office PowerPoint</Application>
  <PresentationFormat>Широкоэкранный</PresentationFormat>
  <Paragraphs>26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Garamond</vt:lpstr>
      <vt:lpstr>Натуральные материалы</vt:lpstr>
      <vt:lpstr>MusFile</vt:lpstr>
      <vt:lpstr>Проблема и идея</vt:lpstr>
      <vt:lpstr>Технологический стек</vt:lpstr>
      <vt:lpstr>Архитектура данных</vt:lpstr>
      <vt:lpstr>Функционал — Музыкальная база</vt:lpstr>
      <vt:lpstr>Социальные функции</vt:lpstr>
      <vt:lpstr>Итоги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MusFile</dc:title>
  <dc:creator>Виктор</dc:creator>
  <cp:lastModifiedBy>Виктор</cp:lastModifiedBy>
  <cp:revision>5</cp:revision>
  <dcterms:created xsi:type="dcterms:W3CDTF">2026-05-19T14:00:52Z</dcterms:created>
  <dcterms:modified xsi:type="dcterms:W3CDTF">2026-05-19T17:55:18Z</dcterms:modified>
</cp:coreProperties>
</file>